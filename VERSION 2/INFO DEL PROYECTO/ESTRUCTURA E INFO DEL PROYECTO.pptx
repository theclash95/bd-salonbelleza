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234440"/>
            <a:ext cx="1069848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PROYECTO SALÓN DE BELLEZA</a:t>
            </a:r>
          </a:p>
          <a:p>
            <a:pPr>
              <a:defRPr sz="2700">
                <a:solidFill>
                  <a:srgbClr val="BEDCFA"/>
                </a:solidFill>
              </a:defRPr>
            </a:pPr>
            <a:r>
              <a:t>Explicación completa del proyecto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Pensado para personas que no trabajan con programación</a:t>
            </a:r>
          </a:p>
          <a:p>
            <a:r>
              <a:t/>
            </a:r>
            <a:br/>
            <a:r>
              <a:t>C# • ASP.NET Core • MySQL • Bruno •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446" y="0"/>
            <a:ext cx="109901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39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1. ¿Qué es este proyecto?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Un sistema para administrar las operaciones de un salón de belleza.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El objetivo es centralizar en un solo sistema la información del salón.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Permite registrar clientes, empleados, servicios y turnos.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También administra ventas, pagos, facturas, productos y stock.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Permite manejar proveedores, compras y membresías.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La información se guarda en una base de datos MySQL.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La WEB será la parte visual que utilizará el usuario.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Bruno se utiliza para probar que la parte interna del sistema funcione correctamente antes de conectar la WEB.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2. La solución en Visual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La solución está dividida en proyectos para que cada parte tenga una función clara.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3474720" cy="429768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SALONBELLEZA.API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Es la puerta de entrada del sistema.</a:t>
            </a:r>
            <a:br/>
            <a:r>
              <a:t/>
            </a:r>
            <a:br/>
            <a:r>
              <a:t>Recibe las solicitudes y devuelve respuestas.</a:t>
            </a:r>
            <a:br/>
            <a:r>
              <a:t/>
            </a:r>
            <a:br/>
            <a:r>
              <a:t>Se conecta con CORE.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417320"/>
            <a:ext cx="3474720" cy="4297680"/>
          </a:xfrm>
          <a:prstGeom prst="roundRect">
            <a:avLst/>
          </a:prstGeom>
          <a:solidFill>
            <a:srgbClr val="EAF8F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SALONBELLEZA.CORE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Es el centro de las reglas del sistema.</a:t>
            </a:r>
            <a:br/>
            <a:r>
              <a:t/>
            </a:r>
            <a:br/>
            <a:r>
              <a:t>Contiene Entidades, Interfaces y Servicios.</a:t>
            </a:r>
            <a:br/>
            <a:r>
              <a:t/>
            </a:r>
            <a:br/>
            <a:r>
              <a:t>Conecta la API con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47304" y="1417320"/>
            <a:ext cx="3474720" cy="4297680"/>
          </a:xfrm>
          <a:prstGeom prst="roundRect">
            <a:avLst/>
          </a:prstGeom>
          <a:solidFill>
            <a:srgbClr val="FCF3E8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D7D27"/>
                </a:solidFill>
              </a:defRPr>
            </a:pPr>
            <a:r>
              <a:t>SALONBELLEZA.INFRASTRUCTURE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Es la parte que se comunica con MySQL.</a:t>
            </a:r>
            <a:br/>
            <a:r>
              <a:t/>
            </a:r>
            <a:br/>
            <a:r>
              <a:t>Contiene los Repositorios.</a:t>
            </a:r>
            <a:br/>
            <a:r>
              <a:t/>
            </a:r>
            <a:br/>
            <a:r>
              <a:t>Ejecuta las operaciones de la base de datos.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69080" y="3520440"/>
            <a:ext cx="301752" cy="0"/>
          </a:xfrm>
          <a:prstGeom prst="line">
            <a:avLst/>
          </a:prstGeom>
          <a:ln w="25400">
            <a:solidFill>
              <a:srgbClr val="276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845552" y="3520440"/>
            <a:ext cx="301752" cy="0"/>
          </a:xfrm>
          <a:prstGeom prst="line">
            <a:avLst/>
          </a:prstGeom>
          <a:ln w="25400">
            <a:solidFill>
              <a:srgbClr val="276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3. SALONBELLEZA.API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La API recibe lo que solicita el usuario y lo lleva hacia las demás partes del sistema.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83280" cy="429768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Controllers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Son los encargados de recibir solicitudes.</a:t>
            </a:r>
            <a:br/>
            <a:r>
              <a:t/>
            </a:r>
            <a:br/>
            <a:r>
              <a:t>Ejemplo: registrar un cliente, crear un turno o generar una factura.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383280" cy="429768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DTOs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Son estructuras que transportan los datos.</a:t>
            </a:r>
            <a:br/>
            <a:r>
              <a:t/>
            </a:r>
            <a:br/>
            <a:r>
              <a:t>Por ejemplo, un formulario de venta envía ID del turno, descuento y observación.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371600"/>
            <a:ext cx="3383280" cy="429768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Program.cs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Configura el funcionamiento de la API.</a:t>
            </a:r>
            <a:br/>
            <a:r>
              <a:t/>
            </a:r>
            <a:br/>
            <a:r>
              <a:t>Aquí se registran servicios y dependencias para que las diferentes partes puedan trabajar juntas.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06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1E242C"/>
                </a:solidFill>
              </a:defRPr>
            </a:pPr>
            <a:r>
              <a:t>La API no guarda directamente los datos: deriva el trabajo hacia CORE e Infrastructure.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4. Controllers: la puerta de entrada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Archivo principal actual: Controllers/SalonController.cs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Recibe una solicitud, por ejemplo: “crear un turno”.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Lee los datos enviados por la WEB o por Bruno.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Utiliza el DTO correspondiente para ordenar esos datos.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Le pide al ServicioSalon que realice la operación.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Finalmente devuelve una respuesta: operación correcta o mensaje de error.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En otras palabras: el Controller atiende la solicitud, pero no hace todo el trabajo por sí mismo.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5. DTOs: los datos que viajan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Carpeta: SALONBELLEZA.API / DTOs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257800" cy="448056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¿Qué son?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Son pequeños modelos utilizados para transportar información entre la aplicación y la API.</a:t>
            </a:r>
            <a:br/>
            <a:r>
              <a:t/>
            </a:r>
            <a:br/>
            <a:r>
              <a:t>No son la base de datos ni las pantallas: son el “paquete de datos” que viaja.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25880"/>
            <a:ext cx="5257800" cy="4480560"/>
          </a:xfrm>
          <a:prstGeom prst="roundRect">
            <a:avLst/>
          </a:prstGeom>
          <a:solidFill>
            <a:srgbClr val="EAF8F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Ejemplo: VentaRequest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IdTurno</a:t>
            </a:r>
            <a:br/>
            <a:r>
              <a:t>Descuento</a:t>
            </a:r>
            <a:br/>
            <a:r>
              <a:t>Observacion</a:t>
            </a:r>
            <a:br/>
            <a:r>
              <a:t/>
            </a:r>
            <a:br/>
            <a:r>
              <a:t>Bruno o la futura WEB envían esos datos.</a:t>
            </a:r>
            <a:br/>
            <a:r>
              <a:t/>
            </a:r>
            <a:br/>
            <a:r>
              <a:t>La API los recibe y los pasa al CORE para continuar la operación.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6. SALONBELLEZA.CORE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Es el centro lógico del sistema.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3657600" cy="452628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Entidades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Representan las cosas que existen en el negocio:</a:t>
            </a:r>
            <a:br/>
            <a:r>
              <a:t/>
            </a:r>
            <a:br/>
            <a:r>
              <a:t>Cliente, Empleado, Servicio, Turno, Venta, Pago, Factura, Producto, Proveedor, Compra y Membresía.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70248" y="1325880"/>
            <a:ext cx="3657600" cy="4526280"/>
          </a:xfrm>
          <a:prstGeom prst="roundRect">
            <a:avLst/>
          </a:prstGeom>
          <a:solidFill>
            <a:srgbClr val="EAF8F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Servicios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Contienen reglas y validaciones.</a:t>
            </a:r>
            <a:br/>
            <a:r>
              <a:t/>
            </a:r>
            <a:br/>
            <a:r>
              <a:t>Ejemplo: antes de registrar una operación se puede verificar que un ID sea válido o que un descuento no sea negativo.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325880"/>
            <a:ext cx="3657600" cy="4526280"/>
          </a:xfrm>
          <a:prstGeom prst="roundRect">
            <a:avLst/>
          </a:prstGeom>
          <a:solidFill>
            <a:srgbClr val="FCF3E8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D7D27"/>
                </a:solidFill>
              </a:defRPr>
            </a:pPr>
            <a:r>
              <a:t>Interfaces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Son contratos.</a:t>
            </a:r>
            <a:br/>
            <a:r>
              <a:t/>
            </a:r>
            <a:br/>
            <a:r>
              <a:t>Indican qué operaciones debe ofrecer el repositorio sin preocuparse todavía de cómo se ejecutan en MySQL.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7. Entidades: representan el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Carpeta: SALONBELLEZA.CORE / Entidades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Persona: datos comunes como DNI, nombre, apellido, teléfono, email y dirección.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Turno: cliente, empleado, fecha, hora y observación.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Servicio: categoría, nombre, descripción, precio y duración.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Venta: cliente, turno, subtotal, descuento, total y estado.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Pago y Factura: información relacionada con el cobro y comprobante.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Producto: código, nombre, precios y stock.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Proveedor y Compra: permiten controlar abastecimiento.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Membresía y ClienteMembresia: permiten crear planes y asignarlos a clientes.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8. Servicios: las reglas del sistema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Carpeta: SALONBELLEZA.CORE / Servicios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El ServicioSalon recibe la solicitud desde el Controller.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Verifica reglas básicas antes de continuar.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Ejemplo: un ID de turno debe ser mayor que cero.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Ejemplo: un descuento no puede ser negativo.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Si los datos son correctos, llama al repositorio.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Por eso el sistema está separado en capas: cada parte tiene una responsabilidad.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9. SALONBELLEZA.INFRASTRUCTURE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Es el puente entre el programa y la base de datos.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5257800" cy="4389120"/>
          </a:xfrm>
          <a:prstGeom prst="roundRect">
            <a:avLst/>
          </a:prstGeom>
          <a:solidFill>
            <a:srgbClr val="FCF3E8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D7D27"/>
                </a:solidFill>
              </a:defRPr>
            </a:pPr>
            <a:r>
              <a:t>Repositorios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Carpeta: Repositorios</a:t>
            </a:r>
            <a:br/>
            <a:r>
              <a:t/>
            </a:r>
            <a:br/>
            <a:r>
              <a:t>Archivo principal: SalonRepositorio.cs</a:t>
            </a:r>
            <a:br/>
            <a:r>
              <a:t/>
            </a:r>
            <a:br/>
            <a:r>
              <a:t>Su función es tomar una operación solicitada por CORE y ejecutarla en MySQL.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57800" cy="438912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Conexión con MySQL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Utiliza MySqlConnector.</a:t>
            </a:r>
            <a:br/>
            <a:r>
              <a:t/>
            </a:r>
            <a:br/>
            <a:r>
              <a:t>Abre una conexión, ejecuta un procedimiento almacenado y obtiene el resultado, normalmente el ID generado.</a:t>
            </a:r>
            <a:br/>
            <a:r>
              <a:t/>
            </a:r>
            <a:br/>
            <a:r>
              <a:t>La API no necesita conocer los detalles internos de MySQL.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10. Base de datos MySQL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Base utilizada: salonbellezadb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MySQL es donde se almacenan los datos reales del sistema.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Contiene las tablas de clientes, empleados, turnos, servicios, ventas, pagos, facturas, productos, proveedores, compras y membresías.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También contiene procedimientos almacenados, que son operaciones preparadas dentro de la base de datos.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El repositorio ejecuta esos procedimientos mediante MySqlConnector.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Así se evita que cada parte del programa tenga que escribir directamente las consultas de la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11. Stored Procedures: las operaciones de MySQL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Son procedimientos guardados dentro de la base de datos.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74720" cy="448056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Ejemplo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CrearTurno</a:t>
            </a:r>
            <a:br/>
            <a:r>
              <a:t/>
            </a:r>
            <a:br/>
            <a:r>
              <a:t>Recibe los datos del turno y crea el registro correspondiente.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325880"/>
            <a:ext cx="3474720" cy="4480560"/>
          </a:xfrm>
          <a:prstGeom prst="roundRect">
            <a:avLst/>
          </a:prstGeom>
          <a:solidFill>
            <a:srgbClr val="EAF8F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Ejemplo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RegistrarPago</a:t>
            </a:r>
            <a:br/>
            <a:r>
              <a:t/>
            </a:r>
            <a:br/>
            <a:r>
              <a:t>Recibe la venta, monto, método de pago y referencia.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3" y="1325880"/>
            <a:ext cx="3474720" cy="4480560"/>
          </a:xfrm>
          <a:prstGeom prst="roundRect">
            <a:avLst/>
          </a:prstGeom>
          <a:solidFill>
            <a:srgbClr val="FCF3E8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D7D27"/>
                </a:solidFill>
              </a:defRPr>
            </a:pPr>
            <a:r>
              <a:t>Ejemplo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GenerarFactura</a:t>
            </a:r>
            <a:br/>
            <a:r>
              <a:t/>
            </a:r>
            <a:br/>
            <a:r>
              <a:t>Crea la factura asociada a una venta.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573"/>
                </a:solidFill>
              </a:defRPr>
            </a:pPr>
            <a:r>
              <a:t>También existen procedimientos para clientes, empleados, productos, stock, proveedores, compras, servicios, ventas y membresías.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12. Bruno: el probador de la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Bruno no es la aplicación final: es una herramienta de prueba.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Nos permite enviar solicitudes a la API manualmente.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Podemos probar un registro sin tener todavía la WEB terminada.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Enviamos datos en formato JSON.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La API responde si la operación fue correcta o si ocurrió un error.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Por ejemplo, 200 OK significa que la solicitud fue procesada correctamente.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Bruno nos permite detectar problemas antes de conectar las pantallas definitivas.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13. ¿Cómo se relacionan WEB, Bruno, API y MySQL?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Todos cumplen funciones diferentes.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920240"/>
            <a:ext cx="1783080" cy="246888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USUARIO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Usa las pantallas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3154680"/>
            <a:ext cx="164592" cy="0"/>
          </a:xfrm>
          <a:prstGeom prst="line">
            <a:avLst/>
          </a:prstGeom>
          <a:ln>
            <a:solidFill>
              <a:srgbClr val="5A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267712" y="1920240"/>
            <a:ext cx="1783080" cy="2468880"/>
          </a:xfrm>
          <a:prstGeom prst="roundRect">
            <a:avLst/>
          </a:prstGeom>
          <a:solidFill>
            <a:srgbClr val="EAF8F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WEB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Muestra formularios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50791" y="3154680"/>
            <a:ext cx="164592" cy="0"/>
          </a:xfrm>
          <a:prstGeom prst="line">
            <a:avLst/>
          </a:prstGeom>
          <a:ln>
            <a:solidFill>
              <a:srgbClr val="5A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15383" y="1920240"/>
            <a:ext cx="1783080" cy="246888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API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Recibe solicitudes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98464" y="3154680"/>
            <a:ext cx="164591" cy="0"/>
          </a:xfrm>
          <a:prstGeom prst="line">
            <a:avLst/>
          </a:prstGeom>
          <a:ln>
            <a:solidFill>
              <a:srgbClr val="5A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163055" y="1920240"/>
            <a:ext cx="1783080" cy="2468880"/>
          </a:xfrm>
          <a:prstGeom prst="roundRect">
            <a:avLst/>
          </a:prstGeom>
          <a:solidFill>
            <a:srgbClr val="EAF8F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CORE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Aplica reglas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46136" y="3154680"/>
            <a:ext cx="164591" cy="0"/>
          </a:xfrm>
          <a:prstGeom prst="line">
            <a:avLst/>
          </a:prstGeom>
          <a:ln>
            <a:solidFill>
              <a:srgbClr val="5A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10727" y="1920240"/>
            <a:ext cx="1783080" cy="246888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INFRASTRUCTURE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Conecta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893807" y="3154680"/>
            <a:ext cx="164592" cy="0"/>
          </a:xfrm>
          <a:prstGeom prst="line">
            <a:avLst/>
          </a:prstGeom>
          <a:ln>
            <a:solidFill>
              <a:srgbClr val="5A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0" y="1920240"/>
            <a:ext cx="1691640" cy="2468880"/>
          </a:xfrm>
          <a:prstGeom prst="roundRect">
            <a:avLst/>
          </a:prstGeom>
          <a:solidFill>
            <a:srgbClr val="EAF8F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MYSQL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Guarda datos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46320"/>
            <a:ext cx="10058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92D48"/>
                </a:solidFill>
              </a:defRPr>
            </a:pPr>
            <a:r>
              <a:t>Bruno puede ocupar el lugar de la WEB durante las pruebas: envía solicitudes a la API para comprobar que el sistema funcione.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14. Ejemplo completo: crear un turno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Así trabaja el sistema de principio a fin.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207008"/>
            <a:ext cx="438912" cy="438912"/>
          </a:xfrm>
          <a:prstGeom prst="ellipse">
            <a:avLst/>
          </a:prstGeom>
          <a:solidFill>
            <a:srgbClr val="2767B0"/>
          </a:solidFill>
          <a:ln>
            <a:solidFill>
              <a:srgbClr val="27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70432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42C"/>
                </a:solidFill>
              </a:defRPr>
            </a:pPr>
            <a:r>
              <a:t>Usuario / WEB — Completa los datos del turno.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920240"/>
            <a:ext cx="438912" cy="438912"/>
          </a:xfrm>
          <a:prstGeom prst="ellipse">
            <a:avLst/>
          </a:prstGeom>
          <a:solidFill>
            <a:srgbClr val="2767B0"/>
          </a:solidFill>
          <a:ln>
            <a:solidFill>
              <a:srgbClr val="27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83664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42C"/>
                </a:solidFill>
              </a:defRPr>
            </a:pPr>
            <a:r>
              <a:t>API — SalonController recibe la solicitud.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633472"/>
            <a:ext cx="438912" cy="438912"/>
          </a:xfrm>
          <a:prstGeom prst="ellipse">
            <a:avLst/>
          </a:prstGeom>
          <a:solidFill>
            <a:srgbClr val="2767B0"/>
          </a:solidFill>
          <a:ln>
            <a:solidFill>
              <a:srgbClr val="27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96896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42C"/>
                </a:solidFill>
              </a:defRPr>
            </a:pPr>
            <a:r>
              <a:t>DTO — Ordena los datos recibidos.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346704"/>
            <a:ext cx="438912" cy="438912"/>
          </a:xfrm>
          <a:prstGeom prst="ellipse">
            <a:avLst/>
          </a:prstGeom>
          <a:solidFill>
            <a:srgbClr val="2767B0"/>
          </a:solidFill>
          <a:ln>
            <a:solidFill>
              <a:srgbClr val="27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10128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42C"/>
                </a:solidFill>
              </a:defRPr>
            </a:pPr>
            <a:r>
              <a:t>CORE — ServicioSalon valida la información.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59936"/>
            <a:ext cx="438912" cy="438912"/>
          </a:xfrm>
          <a:prstGeom prst="ellipse">
            <a:avLst/>
          </a:prstGeom>
          <a:solidFill>
            <a:srgbClr val="2767B0"/>
          </a:solidFill>
          <a:ln>
            <a:solidFill>
              <a:srgbClr val="27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023360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42C"/>
                </a:solidFill>
              </a:defRPr>
            </a:pPr>
            <a:r>
              <a:t>Infrastructure — SalonRepositorio se conecta a MySQL.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4773168"/>
            <a:ext cx="438912" cy="438912"/>
          </a:xfrm>
          <a:prstGeom prst="ellipse">
            <a:avLst/>
          </a:prstGeom>
          <a:solidFill>
            <a:srgbClr val="2767B0"/>
          </a:solidFill>
          <a:ln>
            <a:solidFill>
              <a:srgbClr val="27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736592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42C"/>
                </a:solidFill>
              </a:defRPr>
            </a:pPr>
            <a:r>
              <a:t>MySQL — Ejecuta CrearTurno y guarda el turno.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5486400"/>
            <a:ext cx="438912" cy="438912"/>
          </a:xfrm>
          <a:prstGeom prst="ellipse">
            <a:avLst/>
          </a:prstGeom>
          <a:solidFill>
            <a:srgbClr val="2767B0"/>
          </a:solidFill>
          <a:ln>
            <a:solidFill>
              <a:srgbClr val="2767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5449824"/>
            <a:ext cx="987552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42C"/>
                </a:solidFill>
              </a:defRPr>
            </a:pPr>
            <a:r>
              <a:t>API — Devuelve el resultado a la WEB.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15. Ejemplo real que ya probamos: una venta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La venta se construyó a partir de un turno.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Se creó el cliente y el empleado.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Se creó la categoría y el servicio.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Se creó el turno.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Se agregó el servicio al turno.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Se creó la venta desde ese turno.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Se registró el pago.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Se generó la factura.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Todas estas operaciones fueron probadas con Bruno y respondieron correctamente.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16. Problema de la factura que solucionamos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Un ejemplo de cómo detectamos y corregimos un problema.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El número de factura utilizado fue: 0001-00000001.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El sistema inicialmente tenía espacio para solo 10 caracteres.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El número necesitaba más espacio.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Se cambió el campo de la base de datos y el parámetro del procedimiento a VARCHAR(20).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Después del cambio, la factura se generó correctamente.</a:t>
            </a:r>
          </a:p>
          <a:p>
            <a:pPr>
              <a:spcAft>
                <a:spcPts val="1100"/>
              </a:spcAft>
              <a:defRPr sz="1800">
                <a:solidFill>
                  <a:srgbClr val="1E242C"/>
                </a:solidFill>
              </a:defRPr>
            </a:pPr>
            <a:r>
              <a:t>Esto demuestra la importancia de que WEB, API, código y base de datos manejen correctamente los mismos datos.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17. ¿Qué ya tenemos funcionando?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Estado actual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✓ Estructura por capas en Visual Studio.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✓ API funcionando.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✓ Conexión con MySQL.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✓ Repositorio y procedimientos almacenados.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✓ Pruebas realizadas desde Bruno.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✓ Clientes y empleados.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✓ Servicios y turnos.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✓ Ventas, pagos y facturas.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✓ Productos y actualización de stock.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✓ Proveedores y compras.</a:t>
            </a:r>
          </a:p>
          <a:p>
            <a:pPr>
              <a:spcAft>
                <a:spcPts val="1100"/>
              </a:spcAft>
              <a:defRPr sz="1700">
                <a:solidFill>
                  <a:srgbClr val="1E242C"/>
                </a:solidFill>
              </a:defRPr>
            </a:pPr>
            <a:r>
              <a:t>✓ Membresías y asignaciones.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18. ¿Qué falta construir?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El siguiente gran paso es la aplicación WEB.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07008"/>
            <a:ext cx="525780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Dashboard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Resumen del salón.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207008"/>
            <a:ext cx="525780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Clientes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Alta, consulta y gestión.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84832"/>
            <a:ext cx="525780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Empleados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Administración del personal.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084832"/>
            <a:ext cx="525780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Servicios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Categorías, precios y duración.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62656"/>
            <a:ext cx="525780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Turnos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Agenda y reservas.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962656"/>
            <a:ext cx="525780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Ventas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Registro y seguimiento.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40480"/>
            <a:ext cx="525780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Pagos / Facturas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Cobros y comprobantes.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840480"/>
            <a:ext cx="525780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Productos / Stock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Productos, stock y movimientos.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718304"/>
            <a:ext cx="525780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Proveedores / Compras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Abastecimiento.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4718304"/>
            <a:ext cx="5257800" cy="658368"/>
          </a:xfrm>
          <a:prstGeom prst="roundRect">
            <a:avLst/>
          </a:prstGeom>
          <a:solidFill>
            <a:srgbClr val="F5F7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Membresías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Planes y asignaciones.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8"/>
                </a:solidFill>
              </a:defRPr>
            </a:pPr>
            <a:r>
              <a:t>19. En resumen: ¿qué hace cada parte?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881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5A6573"/>
                </a:solidFill>
              </a:defRPr>
            </a:pPr>
            <a:r>
              <a:t>Una forma simple de explicarlo a cualquier persona.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828800" cy="438912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WEB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Es la cara del sistema.</a:t>
            </a:r>
            <a:br/>
            <a:r>
              <a:t/>
            </a:r>
            <a:br/>
            <a:r>
              <a:t>La usa el cliente o empleado.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1280160"/>
            <a:ext cx="1828800" cy="4389120"/>
          </a:xfrm>
          <a:prstGeom prst="roundRect">
            <a:avLst/>
          </a:prstGeom>
          <a:solidFill>
            <a:srgbClr val="EAF8F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API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Es el recepcionista.</a:t>
            </a:r>
            <a:br/>
            <a:r>
              <a:t/>
            </a:r>
            <a:br/>
            <a:r>
              <a:t>Recibe pedidos y devuelve respuestas.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280160"/>
            <a:ext cx="1828800" cy="4389120"/>
          </a:xfrm>
          <a:prstGeom prst="roundRect">
            <a:avLst/>
          </a:prstGeom>
          <a:solidFill>
            <a:srgbClr val="FCF3E8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D7D27"/>
                </a:solidFill>
              </a:defRPr>
            </a:pPr>
            <a:r>
              <a:t>CORE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Es el cerebro.</a:t>
            </a:r>
            <a:br/>
            <a:r>
              <a:t/>
            </a:r>
            <a:br/>
            <a:r>
              <a:t>Aplica reglas y organiza el trabajo.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280160"/>
            <a:ext cx="1828800" cy="4389120"/>
          </a:xfrm>
          <a:prstGeom prst="roundRect">
            <a:avLst/>
          </a:prstGeom>
          <a:solidFill>
            <a:srgbClr val="EBF4FD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767B0"/>
                </a:solidFill>
              </a:defRPr>
            </a:pPr>
            <a:r>
              <a:t>INFRA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Es el puente.</a:t>
            </a:r>
            <a:br/>
            <a:r>
              <a:t/>
            </a:r>
            <a:br/>
            <a:r>
              <a:t>Lleva las operaciones hasta MySQL.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280160"/>
            <a:ext cx="1828800" cy="4389120"/>
          </a:xfrm>
          <a:prstGeom prst="roundRect">
            <a:avLst/>
          </a:prstGeom>
          <a:solidFill>
            <a:srgbClr val="EAF8F0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228B5E"/>
                </a:solidFill>
              </a:defRPr>
            </a:pPr>
            <a:r>
              <a:t>MYSQL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Es el archivo.</a:t>
            </a:r>
            <a:br/>
            <a:r>
              <a:t/>
            </a:r>
            <a:br/>
            <a:r>
              <a:t>Guarda toda la información.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78440" y="1280160"/>
            <a:ext cx="1280160" cy="4389120"/>
          </a:xfrm>
          <a:prstGeom prst="roundRect">
            <a:avLst/>
          </a:prstGeom>
          <a:solidFill>
            <a:srgbClr val="FCF3E8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DD7D27"/>
                </a:solidFill>
              </a:defRPr>
            </a:pPr>
            <a:r>
              <a:t>BRUNO</a:t>
            </a:r>
          </a:p>
          <a:p>
            <a:pPr>
              <a:spcBef>
                <a:spcPts val="500"/>
              </a:spcBef>
              <a:defRPr sz="1250">
                <a:solidFill>
                  <a:srgbClr val="1E242C"/>
                </a:solidFill>
              </a:defRPr>
            </a:pPr>
            <a:r>
              <a:t>Es el tester.</a:t>
            </a:r>
            <a:br/>
            <a:r>
              <a:t/>
            </a:r>
            <a:br/>
            <a:r>
              <a:t>Sirve para probar la API.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D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6012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CONCLUSIÓN</a:t>
            </a:r>
          </a:p>
          <a:p>
            <a:pPr>
              <a:spcAft>
                <a:spcPts val="800"/>
              </a:spcAft>
              <a:defRPr sz="1900">
                <a:solidFill>
                  <a:srgbClr val="DCE8F5"/>
                </a:solidFill>
              </a:defRPr>
            </a:pPr>
            <a:r>
              <a:t>El proyecto está organizado por capas para que sea más fácil de mantener y ampliar.</a:t>
            </a:r>
          </a:p>
          <a:p>
            <a:pPr>
              <a:spcAft>
                <a:spcPts val="800"/>
              </a:spcAft>
              <a:defRPr sz="1900">
                <a:solidFill>
                  <a:srgbClr val="DCE8F5"/>
                </a:solidFill>
              </a:defRPr>
            </a:pPr>
            <a:r>
              <a:t>La API recibe las solicitudes.</a:t>
            </a:r>
          </a:p>
          <a:p>
            <a:pPr>
              <a:spcAft>
                <a:spcPts val="800"/>
              </a:spcAft>
              <a:defRPr sz="1900">
                <a:solidFill>
                  <a:srgbClr val="DCE8F5"/>
                </a:solidFill>
              </a:defRPr>
            </a:pPr>
            <a:r>
              <a:t>CORE contiene las reglas del sistema.</a:t>
            </a:r>
          </a:p>
          <a:p>
            <a:pPr>
              <a:spcAft>
                <a:spcPts val="800"/>
              </a:spcAft>
              <a:defRPr sz="1900">
                <a:solidFill>
                  <a:srgbClr val="DCE8F5"/>
                </a:solidFill>
              </a:defRPr>
            </a:pPr>
            <a:r>
              <a:t>INFRASTRUCTURE se encarga de la comunicación con MySQL.</a:t>
            </a:r>
          </a:p>
          <a:p>
            <a:pPr>
              <a:spcAft>
                <a:spcPts val="800"/>
              </a:spcAft>
              <a:defRPr sz="1900">
                <a:solidFill>
                  <a:srgbClr val="DCE8F5"/>
                </a:solidFill>
              </a:defRPr>
            </a:pPr>
            <a:r>
              <a:t>MySQL guarda los datos y ejecuta procedimientos.</a:t>
            </a:r>
          </a:p>
          <a:p>
            <a:pPr>
              <a:spcAft>
                <a:spcPts val="800"/>
              </a:spcAft>
              <a:defRPr sz="1900">
                <a:solidFill>
                  <a:srgbClr val="DCE8F5"/>
                </a:solidFill>
              </a:defRPr>
            </a:pPr>
            <a:r>
              <a:t>Bruno nos permite probar la API.</a:t>
            </a:r>
          </a:p>
          <a:p>
            <a:pPr>
              <a:spcAft>
                <a:spcPts val="800"/>
              </a:spcAft>
              <a:defRPr sz="1900">
                <a:solidFill>
                  <a:srgbClr val="DCE8F5"/>
                </a:solidFill>
              </a:defRPr>
            </a:pPr>
            <a:r>
              <a:t>La WEB será la interfaz que finalmente utilizarán las personas.</a:t>
            </a:r>
          </a:p>
          <a:p>
            <a:r>
              <a:t/>
            </a:r>
            <a:br/>
            <a:r>
              <a:t>La base del sistema ya está funcionando. El próximo objetivo es construir la WEB sobre esta estructura.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6400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573"/>
                </a:solidFill>
              </a:defRPr>
            </a:pPr>
            <a:r>
              <a:t>Proyecto SALONBELLEZA • Guía explicativa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1519</Words>
  <Application>Microsoft Office PowerPoint</Application>
  <PresentationFormat>Panorámica</PresentationFormat>
  <Paragraphs>249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Alejo</cp:lastModifiedBy>
  <cp:revision>2</cp:revision>
  <dcterms:created xsi:type="dcterms:W3CDTF">2013-01-27T09:14:16Z</dcterms:created>
  <dcterms:modified xsi:type="dcterms:W3CDTF">2026-10-08T04:13:18Z</dcterms:modified>
  <cp:category/>
</cp:coreProperties>
</file>